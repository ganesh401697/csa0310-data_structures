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6BBF7F-318C-40FE-BA9B-BB7EDD8A267B}" v="28" dt="2026-07-20T05:52:50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 GANESH" userId="85089e0c07a8c874" providerId="LiveId" clId="{F7E11788-43D3-4496-B7D0-26BD2A52A04B}"/>
    <pc:docChg chg="undo custSel addSld modSld">
      <pc:chgData name="VENKATA GANESH" userId="85089e0c07a8c874" providerId="LiveId" clId="{F7E11788-43D3-4496-B7D0-26BD2A52A04B}" dt="2026-07-20T15:17:54.023" v="212" actId="1076"/>
      <pc:docMkLst>
        <pc:docMk/>
      </pc:docMkLst>
      <pc:sldChg chg="addSp modSp mod">
        <pc:chgData name="VENKATA GANESH" userId="85089e0c07a8c874" providerId="LiveId" clId="{F7E11788-43D3-4496-B7D0-26BD2A52A04B}" dt="2026-07-20T06:00:17.594" v="180" actId="1076"/>
        <pc:sldMkLst>
          <pc:docMk/>
          <pc:sldMk cId="334770259" sldId="256"/>
        </pc:sldMkLst>
        <pc:spChg chg="mod">
          <ac:chgData name="VENKATA GANESH" userId="85089e0c07a8c874" providerId="LiveId" clId="{F7E11788-43D3-4496-B7D0-26BD2A52A04B}" dt="2026-07-20T05:35:36.295" v="6" actId="255"/>
          <ac:spMkLst>
            <pc:docMk/>
            <pc:sldMk cId="334770259" sldId="256"/>
            <ac:spMk id="2" creationId="{DD05114F-2C4F-A403-2A5D-88C1B5246DCC}"/>
          </ac:spMkLst>
        </pc:spChg>
        <pc:picChg chg="add mod">
          <ac:chgData name="VENKATA GANESH" userId="85089e0c07a8c874" providerId="LiveId" clId="{F7E11788-43D3-4496-B7D0-26BD2A52A04B}" dt="2026-07-20T05:59:06.529" v="164" actId="1076"/>
          <ac:picMkLst>
            <pc:docMk/>
            <pc:sldMk cId="334770259" sldId="256"/>
            <ac:picMk id="5" creationId="{B252A59E-2754-1ACD-6299-259DECC1A3A4}"/>
          </ac:picMkLst>
        </pc:picChg>
        <pc:picChg chg="add mod">
          <ac:chgData name="VENKATA GANESH" userId="85089e0c07a8c874" providerId="LiveId" clId="{F7E11788-43D3-4496-B7D0-26BD2A52A04B}" dt="2026-07-20T06:00:17.594" v="180" actId="1076"/>
          <ac:picMkLst>
            <pc:docMk/>
            <pc:sldMk cId="334770259" sldId="256"/>
            <ac:picMk id="7" creationId="{168D8B64-8C8D-3B33-D94E-C6E149C37CE6}"/>
          </ac:picMkLst>
        </pc:picChg>
      </pc:sldChg>
      <pc:sldChg chg="addSp modSp new mod">
        <pc:chgData name="VENKATA GANESH" userId="85089e0c07a8c874" providerId="LiveId" clId="{F7E11788-43D3-4496-B7D0-26BD2A52A04B}" dt="2026-07-20T06:00:26.941" v="182" actId="1076"/>
        <pc:sldMkLst>
          <pc:docMk/>
          <pc:sldMk cId="3883455840" sldId="257"/>
        </pc:sldMkLst>
        <pc:spChg chg="mod">
          <ac:chgData name="VENKATA GANESH" userId="85089e0c07a8c874" providerId="LiveId" clId="{F7E11788-43D3-4496-B7D0-26BD2A52A04B}" dt="2026-07-20T05:57:50.336" v="157" actId="122"/>
          <ac:spMkLst>
            <pc:docMk/>
            <pc:sldMk cId="3883455840" sldId="257"/>
            <ac:spMk id="2" creationId="{6A2A7BED-9520-C728-87BD-0475D681C49D}"/>
          </ac:spMkLst>
        </pc:spChg>
        <pc:spChg chg="mod">
          <ac:chgData name="VENKATA GANESH" userId="85089e0c07a8c874" providerId="LiveId" clId="{F7E11788-43D3-4496-B7D0-26BD2A52A04B}" dt="2026-07-20T05:36:41.656" v="14" actId="14100"/>
          <ac:spMkLst>
            <pc:docMk/>
            <pc:sldMk cId="3883455840" sldId="257"/>
            <ac:spMk id="3" creationId="{AAD137CF-D3C3-79F8-0F0E-616F4C1E3075}"/>
          </ac:spMkLst>
        </pc:spChg>
        <pc:picChg chg="add mod">
          <ac:chgData name="VENKATA GANESH" userId="85089e0c07a8c874" providerId="LiveId" clId="{F7E11788-43D3-4496-B7D0-26BD2A52A04B}" dt="2026-07-20T05:59:14.982" v="166" actId="1076"/>
          <ac:picMkLst>
            <pc:docMk/>
            <pc:sldMk cId="3883455840" sldId="257"/>
            <ac:picMk id="5" creationId="{A1597E65-9CBF-A575-CD33-8C8CF3F92FAE}"/>
          </ac:picMkLst>
        </pc:picChg>
        <pc:picChg chg="add mod">
          <ac:chgData name="VENKATA GANESH" userId="85089e0c07a8c874" providerId="LiveId" clId="{F7E11788-43D3-4496-B7D0-26BD2A52A04B}" dt="2026-07-20T06:00:26.941" v="182" actId="1076"/>
          <ac:picMkLst>
            <pc:docMk/>
            <pc:sldMk cId="3883455840" sldId="257"/>
            <ac:picMk id="7" creationId="{060DCBA0-E3DF-1ACD-30D2-5B9D2A97DD2D}"/>
          </ac:picMkLst>
        </pc:picChg>
      </pc:sldChg>
      <pc:sldChg chg="addSp modSp new mod">
        <pc:chgData name="VENKATA GANESH" userId="85089e0c07a8c874" providerId="LiveId" clId="{F7E11788-43D3-4496-B7D0-26BD2A52A04B}" dt="2026-07-20T06:00:45.430" v="185" actId="1076"/>
        <pc:sldMkLst>
          <pc:docMk/>
          <pc:sldMk cId="3176015449" sldId="258"/>
        </pc:sldMkLst>
        <pc:spChg chg="mod">
          <ac:chgData name="VENKATA GANESH" userId="85089e0c07a8c874" providerId="LiveId" clId="{F7E11788-43D3-4496-B7D0-26BD2A52A04B}" dt="2026-07-20T05:57:58.654" v="158" actId="122"/>
          <ac:spMkLst>
            <pc:docMk/>
            <pc:sldMk cId="3176015449" sldId="258"/>
            <ac:spMk id="2" creationId="{1886A14D-AF15-B461-0D40-A6E08F7B3A50}"/>
          </ac:spMkLst>
        </pc:spChg>
        <pc:spChg chg="mod">
          <ac:chgData name="VENKATA GANESH" userId="85089e0c07a8c874" providerId="LiveId" clId="{F7E11788-43D3-4496-B7D0-26BD2A52A04B}" dt="2026-07-20T06:00:45.430" v="185" actId="1076"/>
          <ac:spMkLst>
            <pc:docMk/>
            <pc:sldMk cId="3176015449" sldId="258"/>
            <ac:spMk id="3" creationId="{C59A777A-D54C-81C0-E774-A848BAC13128}"/>
          </ac:spMkLst>
        </pc:spChg>
        <pc:picChg chg="add mod">
          <ac:chgData name="VENKATA GANESH" userId="85089e0c07a8c874" providerId="LiveId" clId="{F7E11788-43D3-4496-B7D0-26BD2A52A04B}" dt="2026-07-20T05:59:22.622" v="168" actId="1076"/>
          <ac:picMkLst>
            <pc:docMk/>
            <pc:sldMk cId="3176015449" sldId="258"/>
            <ac:picMk id="5" creationId="{B237ADDC-E31D-05D9-E233-E4FAEFFB0CBD}"/>
          </ac:picMkLst>
        </pc:picChg>
        <pc:picChg chg="add mod">
          <ac:chgData name="VENKATA GANESH" userId="85089e0c07a8c874" providerId="LiveId" clId="{F7E11788-43D3-4496-B7D0-26BD2A52A04B}" dt="2026-07-20T06:00:36.809" v="184" actId="1076"/>
          <ac:picMkLst>
            <pc:docMk/>
            <pc:sldMk cId="3176015449" sldId="258"/>
            <ac:picMk id="7" creationId="{4A457813-9E20-B21D-5935-A04FCF73A023}"/>
          </ac:picMkLst>
        </pc:picChg>
      </pc:sldChg>
      <pc:sldChg chg="addSp delSp modSp new mod">
        <pc:chgData name="VENKATA GANESH" userId="85089e0c07a8c874" providerId="LiveId" clId="{F7E11788-43D3-4496-B7D0-26BD2A52A04B}" dt="2026-07-20T06:00:55.492" v="187" actId="1076"/>
        <pc:sldMkLst>
          <pc:docMk/>
          <pc:sldMk cId="198004127" sldId="259"/>
        </pc:sldMkLst>
        <pc:spChg chg="mod">
          <ac:chgData name="VENKATA GANESH" userId="85089e0c07a8c874" providerId="LiveId" clId="{F7E11788-43D3-4496-B7D0-26BD2A52A04B}" dt="2026-07-20T05:57:22.728" v="150" actId="1076"/>
          <ac:spMkLst>
            <pc:docMk/>
            <pc:sldMk cId="198004127" sldId="259"/>
            <ac:spMk id="2" creationId="{707079A9-C830-310E-2821-E2C02D542ADC}"/>
          </ac:spMkLst>
        </pc:spChg>
        <pc:spChg chg="del">
          <ac:chgData name="VENKATA GANESH" userId="85089e0c07a8c874" providerId="LiveId" clId="{F7E11788-43D3-4496-B7D0-26BD2A52A04B}" dt="2026-07-20T05:56:28.885" v="123" actId="22"/>
          <ac:spMkLst>
            <pc:docMk/>
            <pc:sldMk cId="198004127" sldId="259"/>
            <ac:spMk id="3" creationId="{A5A633E9-6EF0-8C20-1E79-F5A943377EF5}"/>
          </ac:spMkLst>
        </pc:spChg>
        <pc:picChg chg="add mod ord">
          <ac:chgData name="VENKATA GANESH" userId="85089e0c07a8c874" providerId="LiveId" clId="{F7E11788-43D3-4496-B7D0-26BD2A52A04B}" dt="2026-07-20T05:57:29.614" v="151" actId="1076"/>
          <ac:picMkLst>
            <pc:docMk/>
            <pc:sldMk cId="198004127" sldId="259"/>
            <ac:picMk id="5" creationId="{6E3DA787-13B9-B208-37D1-A595FD5C42D9}"/>
          </ac:picMkLst>
        </pc:picChg>
        <pc:picChg chg="add mod">
          <ac:chgData name="VENKATA GANESH" userId="85089e0c07a8c874" providerId="LiveId" clId="{F7E11788-43D3-4496-B7D0-26BD2A52A04B}" dt="2026-07-20T05:59:29.635" v="170" actId="1076"/>
          <ac:picMkLst>
            <pc:docMk/>
            <pc:sldMk cId="198004127" sldId="259"/>
            <ac:picMk id="7" creationId="{8EBB38B1-57D1-17D8-0CF5-DC7DD9C7D3D8}"/>
          </ac:picMkLst>
        </pc:picChg>
        <pc:picChg chg="add mod">
          <ac:chgData name="VENKATA GANESH" userId="85089e0c07a8c874" providerId="LiveId" clId="{F7E11788-43D3-4496-B7D0-26BD2A52A04B}" dt="2026-07-20T06:00:55.492" v="187" actId="1076"/>
          <ac:picMkLst>
            <pc:docMk/>
            <pc:sldMk cId="198004127" sldId="259"/>
            <ac:picMk id="9" creationId="{E937DB5F-658A-9AED-8425-1C5F94B072E8}"/>
          </ac:picMkLst>
        </pc:picChg>
      </pc:sldChg>
      <pc:sldChg chg="addSp delSp modSp new mod">
        <pc:chgData name="VENKATA GANESH" userId="85089e0c07a8c874" providerId="LiveId" clId="{F7E11788-43D3-4496-B7D0-26BD2A52A04B}" dt="2026-07-20T06:01:01.877" v="189" actId="1076"/>
        <pc:sldMkLst>
          <pc:docMk/>
          <pc:sldMk cId="1227604174" sldId="260"/>
        </pc:sldMkLst>
        <pc:spChg chg="mod">
          <ac:chgData name="VENKATA GANESH" userId="85089e0c07a8c874" providerId="LiveId" clId="{F7E11788-43D3-4496-B7D0-26BD2A52A04B}" dt="2026-07-20T05:58:07.294" v="159" actId="122"/>
          <ac:spMkLst>
            <pc:docMk/>
            <pc:sldMk cId="1227604174" sldId="260"/>
            <ac:spMk id="2" creationId="{82CA40DB-EE24-68B4-C4BE-54E62E2A3D6F}"/>
          </ac:spMkLst>
        </pc:spChg>
        <pc:spChg chg="del">
          <ac:chgData name="VENKATA GANESH" userId="85089e0c07a8c874" providerId="LiveId" clId="{F7E11788-43D3-4496-B7D0-26BD2A52A04B}" dt="2026-07-20T05:40:26.485" v="38"/>
          <ac:spMkLst>
            <pc:docMk/>
            <pc:sldMk cId="1227604174" sldId="260"/>
            <ac:spMk id="3" creationId="{AB1C6C3A-AB2F-2A36-8C12-D6058025B67E}"/>
          </ac:spMkLst>
        </pc:spChg>
        <pc:spChg chg="add mod">
          <ac:chgData name="VENKATA GANESH" userId="85089e0c07a8c874" providerId="LiveId" clId="{F7E11788-43D3-4496-B7D0-26BD2A52A04B}" dt="2026-07-20T05:46:37.992" v="69" actId="1076"/>
          <ac:spMkLst>
            <pc:docMk/>
            <pc:sldMk cId="1227604174" sldId="260"/>
            <ac:spMk id="8" creationId="{C6832008-5C8E-F5BD-E87B-2B4C26763D33}"/>
          </ac:spMkLst>
        </pc:spChg>
        <pc:graphicFrameChg chg="add mod modGraphic">
          <ac:chgData name="VENKATA GANESH" userId="85089e0c07a8c874" providerId="LiveId" clId="{F7E11788-43D3-4496-B7D0-26BD2A52A04B}" dt="2026-07-20T05:45:43.765" v="65" actId="12385"/>
          <ac:graphicFrameMkLst>
            <pc:docMk/>
            <pc:sldMk cId="1227604174" sldId="260"/>
            <ac:graphicFrameMk id="4" creationId="{74E0209E-8728-5616-A92B-EA943EA20F3A}"/>
          </ac:graphicFrameMkLst>
        </pc:graphicFrameChg>
        <pc:graphicFrameChg chg="add del mod">
          <ac:chgData name="VENKATA GANESH" userId="85089e0c07a8c874" providerId="LiveId" clId="{F7E11788-43D3-4496-B7D0-26BD2A52A04B}" dt="2026-07-20T05:41:19.704" v="42" actId="21"/>
          <ac:graphicFrameMkLst>
            <pc:docMk/>
            <pc:sldMk cId="1227604174" sldId="260"/>
            <ac:graphicFrameMk id="5" creationId="{099D40AB-9447-77C0-0F6F-912E82702A32}"/>
          </ac:graphicFrameMkLst>
        </pc:graphicFrameChg>
        <pc:graphicFrameChg chg="add del mod modGraphic">
          <ac:chgData name="VENKATA GANESH" userId="85089e0c07a8c874" providerId="LiveId" clId="{F7E11788-43D3-4496-B7D0-26BD2A52A04B}" dt="2026-07-20T05:44:00.509" v="58" actId="3680"/>
          <ac:graphicFrameMkLst>
            <pc:docMk/>
            <pc:sldMk cId="1227604174" sldId="260"/>
            <ac:graphicFrameMk id="6" creationId="{A66831A9-5CA3-65DD-E54A-AAC5D7BEBBFA}"/>
          </ac:graphicFrameMkLst>
        </pc:graphicFrameChg>
        <pc:graphicFrameChg chg="add del">
          <ac:chgData name="VENKATA GANESH" userId="85089e0c07a8c874" providerId="LiveId" clId="{F7E11788-43D3-4496-B7D0-26BD2A52A04B}" dt="2026-07-20T05:45:01.971" v="63" actId="3680"/>
          <ac:graphicFrameMkLst>
            <pc:docMk/>
            <pc:sldMk cId="1227604174" sldId="260"/>
            <ac:graphicFrameMk id="7" creationId="{EF283191-1410-A485-CD9B-22589F91BA88}"/>
          </ac:graphicFrameMkLst>
        </pc:graphicFrameChg>
        <pc:picChg chg="add mod">
          <ac:chgData name="VENKATA GANESH" userId="85089e0c07a8c874" providerId="LiveId" clId="{F7E11788-43D3-4496-B7D0-26BD2A52A04B}" dt="2026-07-20T05:59:34.479" v="172" actId="1076"/>
          <ac:picMkLst>
            <pc:docMk/>
            <pc:sldMk cId="1227604174" sldId="260"/>
            <ac:picMk id="10" creationId="{6D373B9D-9EFA-2E85-34A4-F2450E458B15}"/>
          </ac:picMkLst>
        </pc:picChg>
        <pc:picChg chg="add mod">
          <ac:chgData name="VENKATA GANESH" userId="85089e0c07a8c874" providerId="LiveId" clId="{F7E11788-43D3-4496-B7D0-26BD2A52A04B}" dt="2026-07-20T06:01:01.877" v="189" actId="1076"/>
          <ac:picMkLst>
            <pc:docMk/>
            <pc:sldMk cId="1227604174" sldId="260"/>
            <ac:picMk id="12" creationId="{BC96C84E-2E8B-0DEB-9731-A8DABAC090ED}"/>
          </ac:picMkLst>
        </pc:picChg>
      </pc:sldChg>
      <pc:sldChg chg="addSp modSp new mod">
        <pc:chgData name="VENKATA GANESH" userId="85089e0c07a8c874" providerId="LiveId" clId="{F7E11788-43D3-4496-B7D0-26BD2A52A04B}" dt="2026-07-20T06:01:09.913" v="191" actId="1076"/>
        <pc:sldMkLst>
          <pc:docMk/>
          <pc:sldMk cId="2103607260" sldId="261"/>
        </pc:sldMkLst>
        <pc:spChg chg="mod">
          <ac:chgData name="VENKATA GANESH" userId="85089e0c07a8c874" providerId="LiveId" clId="{F7E11788-43D3-4496-B7D0-26BD2A52A04B}" dt="2026-07-20T05:58:13.916" v="160" actId="122"/>
          <ac:spMkLst>
            <pc:docMk/>
            <pc:sldMk cId="2103607260" sldId="261"/>
            <ac:spMk id="2" creationId="{3247F1BE-9041-76BB-7B12-88B06B02EFBD}"/>
          </ac:spMkLst>
        </pc:spChg>
        <pc:spChg chg="mod">
          <ac:chgData name="VENKATA GANESH" userId="85089e0c07a8c874" providerId="LiveId" clId="{F7E11788-43D3-4496-B7D0-26BD2A52A04B}" dt="2026-07-20T05:50:23.328" v="82" actId="27636"/>
          <ac:spMkLst>
            <pc:docMk/>
            <pc:sldMk cId="2103607260" sldId="261"/>
            <ac:spMk id="3" creationId="{66ED8930-8D11-C218-5C0A-A787D350BFAA}"/>
          </ac:spMkLst>
        </pc:spChg>
        <pc:picChg chg="add mod">
          <ac:chgData name="VENKATA GANESH" userId="85089e0c07a8c874" providerId="LiveId" clId="{F7E11788-43D3-4496-B7D0-26BD2A52A04B}" dt="2026-07-20T05:59:42.895" v="174" actId="1076"/>
          <ac:picMkLst>
            <pc:docMk/>
            <pc:sldMk cId="2103607260" sldId="261"/>
            <ac:picMk id="5" creationId="{1249BB2A-669C-FC5B-74C1-102088405778}"/>
          </ac:picMkLst>
        </pc:picChg>
        <pc:picChg chg="add mod">
          <ac:chgData name="VENKATA GANESH" userId="85089e0c07a8c874" providerId="LiveId" clId="{F7E11788-43D3-4496-B7D0-26BD2A52A04B}" dt="2026-07-20T06:01:09.913" v="191" actId="1076"/>
          <ac:picMkLst>
            <pc:docMk/>
            <pc:sldMk cId="2103607260" sldId="261"/>
            <ac:picMk id="7" creationId="{331114E0-6341-850C-1C8D-47B4110A85BC}"/>
          </ac:picMkLst>
        </pc:picChg>
      </pc:sldChg>
      <pc:sldChg chg="addSp modSp new mod">
        <pc:chgData name="VENKATA GANESH" userId="85089e0c07a8c874" providerId="LiveId" clId="{F7E11788-43D3-4496-B7D0-26BD2A52A04B}" dt="2026-07-20T06:01:15.600" v="193" actId="1076"/>
        <pc:sldMkLst>
          <pc:docMk/>
          <pc:sldMk cId="4174888566" sldId="262"/>
        </pc:sldMkLst>
        <pc:spChg chg="mod">
          <ac:chgData name="VENKATA GANESH" userId="85089e0c07a8c874" providerId="LiveId" clId="{F7E11788-43D3-4496-B7D0-26BD2A52A04B}" dt="2026-07-20T05:58:21.169" v="161" actId="122"/>
          <ac:spMkLst>
            <pc:docMk/>
            <pc:sldMk cId="4174888566" sldId="262"/>
            <ac:spMk id="2" creationId="{9C9893A5-3F84-735B-C0BD-0D08DA67FDDB}"/>
          </ac:spMkLst>
        </pc:spChg>
        <pc:spChg chg="mod">
          <ac:chgData name="VENKATA GANESH" userId="85089e0c07a8c874" providerId="LiveId" clId="{F7E11788-43D3-4496-B7D0-26BD2A52A04B}" dt="2026-07-20T05:52:22.195" v="111" actId="2711"/>
          <ac:spMkLst>
            <pc:docMk/>
            <pc:sldMk cId="4174888566" sldId="262"/>
            <ac:spMk id="3" creationId="{203F47DE-4CF0-E37F-B2B1-B9CAD7503E00}"/>
          </ac:spMkLst>
        </pc:spChg>
        <pc:picChg chg="add mod">
          <ac:chgData name="VENKATA GANESH" userId="85089e0c07a8c874" providerId="LiveId" clId="{F7E11788-43D3-4496-B7D0-26BD2A52A04B}" dt="2026-07-20T05:59:50.431" v="176" actId="1076"/>
          <ac:picMkLst>
            <pc:docMk/>
            <pc:sldMk cId="4174888566" sldId="262"/>
            <ac:picMk id="5" creationId="{12E9C9BD-D73C-392C-30F2-1F414093BDDC}"/>
          </ac:picMkLst>
        </pc:picChg>
        <pc:picChg chg="add mod">
          <ac:chgData name="VENKATA GANESH" userId="85089e0c07a8c874" providerId="LiveId" clId="{F7E11788-43D3-4496-B7D0-26BD2A52A04B}" dt="2026-07-20T06:01:15.600" v="193" actId="1076"/>
          <ac:picMkLst>
            <pc:docMk/>
            <pc:sldMk cId="4174888566" sldId="262"/>
            <ac:picMk id="7" creationId="{450DE8E0-B883-AE10-7920-27741A2BFA6D}"/>
          </ac:picMkLst>
        </pc:picChg>
      </pc:sldChg>
      <pc:sldChg chg="addSp modSp new mod">
        <pc:chgData name="VENKATA GANESH" userId="85089e0c07a8c874" providerId="LiveId" clId="{F7E11788-43D3-4496-B7D0-26BD2A52A04B}" dt="2026-07-20T06:01:22.946" v="195" actId="1076"/>
        <pc:sldMkLst>
          <pc:docMk/>
          <pc:sldMk cId="3586954155" sldId="263"/>
        </pc:sldMkLst>
        <pc:spChg chg="mod">
          <ac:chgData name="VENKATA GANESH" userId="85089e0c07a8c874" providerId="LiveId" clId="{F7E11788-43D3-4496-B7D0-26BD2A52A04B}" dt="2026-07-20T05:58:26.345" v="162" actId="122"/>
          <ac:spMkLst>
            <pc:docMk/>
            <pc:sldMk cId="3586954155" sldId="263"/>
            <ac:spMk id="2" creationId="{071DB933-CFCF-7F7A-F4F8-25E21B9C05C6}"/>
          </ac:spMkLst>
        </pc:spChg>
        <pc:spChg chg="mod">
          <ac:chgData name="VENKATA GANESH" userId="85089e0c07a8c874" providerId="LiveId" clId="{F7E11788-43D3-4496-B7D0-26BD2A52A04B}" dt="2026-07-20T05:53:32.605" v="122" actId="27636"/>
          <ac:spMkLst>
            <pc:docMk/>
            <pc:sldMk cId="3586954155" sldId="263"/>
            <ac:spMk id="3" creationId="{64BCBF27-BCF8-879C-11ED-ECB6A2E71281}"/>
          </ac:spMkLst>
        </pc:spChg>
        <pc:picChg chg="add mod">
          <ac:chgData name="VENKATA GANESH" userId="85089e0c07a8c874" providerId="LiveId" clId="{F7E11788-43D3-4496-B7D0-26BD2A52A04B}" dt="2026-07-20T05:59:57.947" v="178" actId="1076"/>
          <ac:picMkLst>
            <pc:docMk/>
            <pc:sldMk cId="3586954155" sldId="263"/>
            <ac:picMk id="5" creationId="{C8E36318-C892-99D0-2B1D-302F8DBCC5A0}"/>
          </ac:picMkLst>
        </pc:picChg>
        <pc:picChg chg="add mod">
          <ac:chgData name="VENKATA GANESH" userId="85089e0c07a8c874" providerId="LiveId" clId="{F7E11788-43D3-4496-B7D0-26BD2A52A04B}" dt="2026-07-20T06:01:22.946" v="195" actId="1076"/>
          <ac:picMkLst>
            <pc:docMk/>
            <pc:sldMk cId="3586954155" sldId="263"/>
            <ac:picMk id="7" creationId="{907CE556-6456-33C8-5191-F88B7CF6089E}"/>
          </ac:picMkLst>
        </pc:picChg>
      </pc:sldChg>
      <pc:sldChg chg="delSp modSp new mod">
        <pc:chgData name="VENKATA GANESH" userId="85089e0c07a8c874" providerId="LiveId" clId="{F7E11788-43D3-4496-B7D0-26BD2A52A04B}" dt="2026-07-20T15:17:54.023" v="212" actId="1076"/>
        <pc:sldMkLst>
          <pc:docMk/>
          <pc:sldMk cId="3193233622" sldId="264"/>
        </pc:sldMkLst>
        <pc:spChg chg="mod">
          <ac:chgData name="VENKATA GANESH" userId="85089e0c07a8c874" providerId="LiveId" clId="{F7E11788-43D3-4496-B7D0-26BD2A52A04B}" dt="2026-07-20T15:17:54.023" v="212" actId="1076"/>
          <ac:spMkLst>
            <pc:docMk/>
            <pc:sldMk cId="3193233622" sldId="264"/>
            <ac:spMk id="2" creationId="{FAB599EC-7534-434E-78C2-A2CF0E2E378E}"/>
          </ac:spMkLst>
        </pc:spChg>
        <pc:spChg chg="del mod">
          <ac:chgData name="VENKATA GANESH" userId="85089e0c07a8c874" providerId="LiveId" clId="{F7E11788-43D3-4496-B7D0-26BD2A52A04B}" dt="2026-07-20T15:17:21.514" v="198" actId="21"/>
          <ac:spMkLst>
            <pc:docMk/>
            <pc:sldMk cId="3193233622" sldId="264"/>
            <ac:spMk id="3" creationId="{63C52E17-5A1E-82F4-BFD0-8E0E1D60E09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DA7DA-A0D2-B661-8005-5D5465072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CC4EC-A337-9CA4-041A-F4A57DCCE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A41C5-9DD9-7917-C2CA-4151C784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EFD91-D387-6CFE-DDD1-D2022265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C8343-C660-418C-9A2C-175F654C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06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A785-B550-F55E-7501-DB22B149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D9477-AC3E-5AAC-16D0-F9037BE46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A4C49-2459-A34C-7B01-F9DCF8F9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15E48-A520-4C8F-2D56-C47663A85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BDBA2-0DB0-D087-72F1-8DD49CB0F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204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2D131-5B4B-A104-8C71-5C57F53CE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410CB-1476-2186-9C80-3A819501F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F2846-FECB-4957-0F5C-17C63890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E3FD5-37C9-4715-1A2F-88AE1DA0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84779-A89A-8572-3703-E15F2DF6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99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B4A9-4EF4-8E5D-D831-F413BC29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01238-FBA2-1159-0064-5451D47EC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B6D15-286F-84E9-62D7-992317B77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00943-7B0A-62BA-D18F-04C1082E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4945A-1BC0-B3B1-C8EA-AA829C92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C7F8C-71BC-8F93-9753-4444204B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41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1B11-44A1-E842-D2CA-5BE6B2BC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EDC26-43E5-F150-65CA-6FDE319CC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14C48-0AB2-2C2C-885D-8E3C5BA04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72BAF-0F63-298F-BB92-BEFE0B524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E1C18-F37A-BF44-37CA-9166263A9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D1FE3-BD9A-9C83-5B32-88AF3636D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06B0C-E88B-39F8-DC2C-B83EBD3FE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16415-133D-5AE4-54E1-178AD7AA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15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1A481-0EF7-11F0-C5C3-6E3DCE81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2DC66-749A-5A12-CC11-1061B784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1C1AE-C8F5-3E19-4C9E-A9951843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05635-78A3-EB39-A64B-BF61ED058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54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30E7E-465F-04CB-67C8-A3EAEE3D0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F9C19C-E2A9-7395-D7A7-C8BA410A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E790C-E5D8-D306-1A93-1095B8265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53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D50E-CF15-525B-8A7D-5F32ECD05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6B1D4-42BD-20F5-B35A-7A31DA730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7C876-C68C-D366-904E-950D99F54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89178-DE05-5ACA-65F4-B9197A632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BA260-08EE-D574-DE8B-B2B050463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680AA-FFE4-9C7A-5B48-34EEC2DB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660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B1D8-18C5-8396-6DD9-71241126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C8C508-768C-772A-D52C-F53FF8DF02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B9D9C-D5C8-7CFB-572D-F74EAB77A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71BF8-54C1-320C-AE6D-8E3BD002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95CB4-B8DB-3FA4-D3B8-0E392987E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0E276-BB11-B6D3-C7D3-9FE437C3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99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B0F3-6A38-1574-FED3-B52F359F1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C3267-69E5-213C-6E57-3A35F6AEC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65B85-3512-97BA-CF7C-2330330F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42AB9-663A-A43B-1FE0-F66C3609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2A051-A947-5223-8830-5703F666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74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E6D39B-E368-E563-94C6-A6C354FEC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84C65-A334-454A-7EDA-770FCBD6E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78A45-1626-DC21-C01F-357DFF5C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D88D-0003-E53F-2D63-55AA88F7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1C707-5959-43A8-FB06-6CB57169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350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79C1F-63E5-99E3-62E9-F927A6429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9B913-EA35-0A64-C368-1608BDB97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F081F-6AB0-BDF8-70D0-AB91DEF1B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FB6C2-D006-4CA1-82F1-465DA572959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51FD4-D60D-E935-F954-2E9799710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DD8AF-F12F-8D2B-60BA-42F6701BC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4E0CC2-279A-413C-98CF-7681F0358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43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5114F-2C4F-A403-2A5D-88C1B5246D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Management Using Doubly Linked 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27C3A-A800-1F21-B442-B1CC7B887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6774" y="4683586"/>
            <a:ext cx="7226710" cy="1655762"/>
          </a:xfrm>
        </p:spPr>
        <p:txBody>
          <a:bodyPr>
            <a:norm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G VENKATA GANESH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REG.NO: 192425381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CSA0310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B252A59E-2754-1ACD-6299-259DECC1A3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884" y="318335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168D8B64-8C8D-3B33-D94E-C6E149C37CE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7943" y="318334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0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7BED-9520-C728-87BD-0475D681C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412955"/>
            <a:ext cx="10616381" cy="127773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137CF-D3C3-79F8-0F0E-616F4C1E3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19" y="1858297"/>
            <a:ext cx="10616381" cy="431866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music streaming application maintains a playlist where songs can be: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dynamically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easily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Reordered anytime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Played sequentially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requires a data structure that provides flexibility and efficient updates.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A1597E65-9CBF-A575-CD33-8C8CF3F92F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95" y="347805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060DCBA0-E3DF-1ACD-30D2-5B9D2A97DD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3538" y="347804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45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A14D-AF15-B461-0D40-A6E08F7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5" y="24713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777A-D54C-81C0-E774-A848BAC13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1848003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Doubly Linked List stores each song as a node containing: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 information 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to previous song 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to next song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Doubly Linked List?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 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insertion and deletion 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forward and backward navigation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B237ADDC-E31D-05D9-E233-E4FAEFFB0C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797" y="229817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4A457813-9E20-B21D-5935-A04FCF73A0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6780" y="229816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1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079A9-C830-310E-2821-E2C02D542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697" y="188144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3DA787-13B9-B208-37D1-A595FD5C4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3768" y="1454253"/>
            <a:ext cx="7021120" cy="4735356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8EBB38B1-57D1-17D8-0CF5-DC7DD9C7D3D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235" y="170824"/>
            <a:ext cx="1135116" cy="1342883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E937DB5F-658A-9AED-8425-1C5F94B072E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6234" y="188144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4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A40DB-EE24-68B4-C4BE-54E62E2A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80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E0209E-8728-5616-A92B-EA943EA20F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1345418"/>
              </p:ext>
            </p:extLst>
          </p:nvPr>
        </p:nvGraphicFramePr>
        <p:xfrm>
          <a:off x="838200" y="2245253"/>
          <a:ext cx="105156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089692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89579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427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 Song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3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Remove Song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584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Move/Reorder Song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887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Search Song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932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Traverse Playlist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83035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832008-5C8E-F5BD-E87B-2B4C26763D33}"/>
              </a:ext>
            </a:extLst>
          </p:cNvPr>
          <p:cNvSpPr txBox="1"/>
          <p:nvPr/>
        </p:nvSpPr>
        <p:spPr>
          <a:xfrm>
            <a:off x="838200" y="5093109"/>
            <a:ext cx="69194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*When the node position is already known.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6D373B9D-9EFA-2E85-34A4-F2450E458B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899" y="338000"/>
            <a:ext cx="1135116" cy="1342883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BC96C84E-2E8B-0DEB-9731-A8DABAC090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2699" y="337999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04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F1BE-9041-76BB-7B12-88B06B02E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D8930-8D11-C218-5C0A-A787D350B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8"/>
            <a:ext cx="10515600" cy="4574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Doubly Linked List?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 can be inserted anywhere.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 can be deleted easily.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size grows dynamically.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shifting of elements.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Previous and Next buttons.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updates compared to arrays.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1249BB2A-669C-FC5B-74C1-1020884057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563" y="259775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31114E0-6341-850C-1C8D-47B4110A85B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25719" y="259774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0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93A5-3F84-735B-C0BD-0D08DA67F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F47DE-4CF0-E37F-B2B1-B9CAD7503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2941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playlist size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insertion and deletion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song reordering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and backward navigation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user experience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as needed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12E9C9BD-D73C-392C-30F2-1F414093BD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724" y="347805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450DE8E0-B883-AE10-7920-27741A2BFA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5048" y="347804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88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B933-CFCF-7F7A-F4F8-25E21B9C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CBF27-BCF8-879C-11ED-ECB6A2E71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896" y="1690688"/>
            <a:ext cx="10409903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data structure for playlist management because it provides: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insertion and deletion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song reordering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navigation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usage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 for music streaming applications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C8E36318-C892-99D0-2B1D-302F8DBCC5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338" y="249509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907CE556-6456-33C8-5191-F88B7CF608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4041" y="249508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54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99EC-7534-434E-78C2-A2CF0E2E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187" y="262654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233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249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Playlist Management Using Doubly Linked List</vt:lpstr>
      <vt:lpstr>Problem Statement</vt:lpstr>
      <vt:lpstr>Recommended Data Structure</vt:lpstr>
      <vt:lpstr>STRUCTURE DIAGRAM</vt:lpstr>
      <vt:lpstr>Operations</vt:lpstr>
      <vt:lpstr>Justification</vt:lpstr>
      <vt:lpstr>ADVANTAGES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GANESH</dc:creator>
  <cp:lastModifiedBy>VENKATA GANESH</cp:lastModifiedBy>
  <cp:revision>1</cp:revision>
  <dcterms:created xsi:type="dcterms:W3CDTF">2026-07-20T05:34:41Z</dcterms:created>
  <dcterms:modified xsi:type="dcterms:W3CDTF">2026-07-20T15:18:40Z</dcterms:modified>
</cp:coreProperties>
</file>